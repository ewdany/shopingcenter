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D7CA58-387E-FF47-DB7C-5D26A6DFB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AB78FE-ED4A-74B2-F6AC-A5F68DBDB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A13048-2460-3979-B333-BE54E9B7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EE6B-A0D1-4870-A242-FB26D215858F}" type="datetimeFigureOut">
              <a:rPr lang="LID4096" smtClean="0"/>
              <a:t>06/01/2026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B1BEC9-60D2-1924-7768-C9DDF6EDE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5099D1-100E-5793-1AC0-21EE823C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A4772-DCA5-453E-B6E4-9188E06C8B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8628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245D4A-C73A-A2F7-8F1D-ED1E21E4A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8BED3A-C4D0-9F09-6A69-59B228EE0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F6C969-1AA7-0F2F-6004-F209CB31A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EE6B-A0D1-4870-A242-FB26D215858F}" type="datetimeFigureOut">
              <a:rPr lang="LID4096" smtClean="0"/>
              <a:t>06/01/2026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099A4A-2108-2474-CC19-F39643DC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4EA99D-D234-C98F-8E5F-84C744F1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A4772-DCA5-453E-B6E4-9188E06C8B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083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C27754-C45E-6A8A-E7D4-2A89A6BDC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2F275D-5A13-B75B-4513-73B031315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931000-8384-FEE4-A228-43E5D10E4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EE6B-A0D1-4870-A242-FB26D215858F}" type="datetimeFigureOut">
              <a:rPr lang="LID4096" smtClean="0"/>
              <a:t>06/01/2026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867922-C65A-7A51-9B91-2FB87535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7A3344-9675-9437-BC84-FF7F6EC79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A4772-DCA5-453E-B6E4-9188E06C8B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71217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200535-95C7-BC70-564D-3A9631C9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476E20-A618-7B25-EDB5-FD6880BDC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F3EAA28-0526-F963-9700-4571C96EC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F1B020-21C9-4B9C-AFFC-F6A47277D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EE6B-A0D1-4870-A242-FB26D215858F}" type="datetimeFigureOut">
              <a:rPr lang="LID4096" smtClean="0"/>
              <a:t>06/01/2026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3174D6-7979-2766-0647-42E07843B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102090-6294-2738-168E-87A9AD6EF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A4772-DCA5-453E-B6E4-9188E06C8B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031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DE1C0-9F03-077B-8F81-BA9AEDE7E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06EBE4-1E27-50D7-FB18-BB8144857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568F65-6A10-D9BF-6E35-CC57781C8D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72DABB-8D64-C9A7-AB4D-16F3DB8DA9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4ABB43E-9776-68A8-FCED-4C3B078AC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A5BEB92-BCCF-1053-5001-169C804D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EE6B-A0D1-4870-A242-FB26D215858F}" type="datetimeFigureOut">
              <a:rPr lang="LID4096" smtClean="0"/>
              <a:t>06/01/2026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46223F1-120E-9048-C589-B14EC2927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118743E-81CA-EAD6-AB57-C5213E25C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A4772-DCA5-453E-B6E4-9188E06C8B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43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D35E94-02B6-B118-E796-A834883B0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D315031-654A-AD96-D986-9062A23F1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EE6B-A0D1-4870-A242-FB26D215858F}" type="datetimeFigureOut">
              <a:rPr lang="LID4096" smtClean="0"/>
              <a:t>06/01/2026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A0C0BB-9521-F9E5-4B3A-C13702D24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9671AA-EEBD-1A7B-617B-1F344AEDF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A4772-DCA5-453E-B6E4-9188E06C8B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2495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D441A6B-FCFC-6D31-44E1-5B1D99976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EE6B-A0D1-4870-A242-FB26D215858F}" type="datetimeFigureOut">
              <a:rPr lang="LID4096" smtClean="0"/>
              <a:t>06/01/2026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897DF34-7E12-3D46-B279-AB093EC5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822F97-BDFB-34F5-5142-FF9B153CD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A4772-DCA5-453E-B6E4-9188E06C8B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5696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B778C-C534-AE4E-F9B6-09FC79A8A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7E3509-8D8D-8F8E-1229-462B510F0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53658F-B2C5-69B7-E6CF-9066CB65D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C0BCF3-CE79-B53F-1BDA-45A848F84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EE6B-A0D1-4870-A242-FB26D215858F}" type="datetimeFigureOut">
              <a:rPr lang="LID4096" smtClean="0"/>
              <a:t>06/01/2026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701D54-91DD-0448-C52D-2557DB6A9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8521D0-73B1-3BC6-1D3E-B123007A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A4772-DCA5-453E-B6E4-9188E06C8B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625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939EBA-559A-1BB3-006E-590F2B311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50BDBB5-DF9A-D1AE-5158-EF844F36C0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DB208C1-F9BD-659B-DC84-E32E2959C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CDB2764-7991-6E28-CF6F-DF6BBF886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EE6B-A0D1-4870-A242-FB26D215858F}" type="datetimeFigureOut">
              <a:rPr lang="LID4096" smtClean="0"/>
              <a:t>06/01/2026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D0D5EB3-0FCB-9471-DF85-456C6AA63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9EB547-6C5E-390A-71C0-473B6D036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A4772-DCA5-453E-B6E4-9188E06C8B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03047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67D39B-7819-6E2E-BCB3-B349C78D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39EA38-8A59-3022-DC15-71F18E408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2CEB54-D2F8-61A1-7976-94F5B1173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EE6B-A0D1-4870-A242-FB26D215858F}" type="datetimeFigureOut">
              <a:rPr lang="LID4096" smtClean="0"/>
              <a:t>06/01/2026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EA7F8C-D771-2B09-5EC2-6F2ABAE5C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2DC625-03E2-AE82-00F9-1ED183CA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A4772-DCA5-453E-B6E4-9188E06C8B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4800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AEDD205-39A9-D38B-9BD3-AADD82D97A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82BBBE-05AA-F52B-627C-924386710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0A164C-6B4E-19B6-917D-0A414F50C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5EE6B-A0D1-4870-A242-FB26D215858F}" type="datetimeFigureOut">
              <a:rPr lang="LID4096" smtClean="0"/>
              <a:t>06/01/2026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D4940A-8BFF-3D48-F7E2-9ED119DE9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2D0038-79DA-84F3-25F2-219679047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A4772-DCA5-453E-B6E4-9188E06C8B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0959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CCBE3-FDBF-2457-E86F-5295DFD82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0506E0F-6BDA-DA20-B936-679B3943F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F496B3-4CA5-32A5-4585-E2C10A0D41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65EE6B-A0D1-4870-A242-FB26D215858F}" type="datetimeFigureOut">
              <a:rPr lang="LID4096" smtClean="0"/>
              <a:t>06/01/2026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E211B0-BF20-C400-E78B-D0E1427084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D6C421-F2A4-33DD-74D0-F5E5BD191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2A4772-DCA5-453E-B6E4-9188E06C8B0C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83736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Пользовательская запись в блокноте">
            <a:extLst>
              <a:ext uri="{FF2B5EF4-FFF2-40B4-BE49-F238E27FC236}">
                <a16:creationId xmlns:a16="http://schemas.microsoft.com/office/drawing/2014/main" id="{9EDF1C8E-E439-3161-F8B3-07625D6031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3177" b="15845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83A925-EBFF-7462-7403-6AD0073BE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Changes to web_app</a:t>
            </a:r>
            <a:endParaRPr lang="LID4096" sz="400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C73BFD-F5C1-4B29-75CE-FE299ED8D9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en-US" sz="1800">
                <a:solidFill>
                  <a:srgbClr val="FFFFFF"/>
                </a:solidFill>
              </a:rPr>
              <a:t>MERN stack</a:t>
            </a:r>
            <a:endParaRPr lang="LID4096" sz="180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622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9C6180-DFAD-15DF-B6AF-F071E22F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126339"/>
            <a:ext cx="10414000" cy="915061"/>
          </a:xfrm>
        </p:spPr>
        <p:txBody>
          <a:bodyPr/>
          <a:lstStyle/>
          <a:p>
            <a:pPr algn="ctr"/>
            <a:r>
              <a:rPr lang="en-US" dirty="0"/>
              <a:t>Registration</a:t>
            </a:r>
            <a:endParaRPr lang="LID4096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DE64CA2-3423-7457-5046-7FBCB77814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0626" y="1041400"/>
            <a:ext cx="9210747" cy="54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43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906BF-7370-EC83-20C3-A31D40ADC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51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Auth</a:t>
            </a:r>
            <a:endParaRPr lang="LID4096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6E10869-551B-A8D9-0143-7D816D9AE4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480" y="1239520"/>
            <a:ext cx="10560277" cy="541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96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E5A6C7-08D7-7BB4-AE8E-D2FC4489A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Dashboard(control sys)</a:t>
            </a:r>
            <a:endParaRPr lang="LID4096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7A599550-73EA-1BD0-D114-FDDCB8B434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1080" y="1567105"/>
            <a:ext cx="8929839" cy="529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90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DD131-8ACC-F204-2C36-8B31CC384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New filter</a:t>
            </a:r>
            <a:endParaRPr lang="LID4096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4BFECC32-316D-8272-E213-C486E8369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7964" y="1429384"/>
            <a:ext cx="8776072" cy="5208935"/>
          </a:xfrm>
          <a:prstGeom prst="rect">
            <a:avLst/>
          </a:prstGeom>
        </p:spPr>
      </p:pic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9FAE24B7-74F2-678D-0A5B-2D5F664B449E}"/>
              </a:ext>
            </a:extLst>
          </p:cNvPr>
          <p:cNvCxnSpPr/>
          <p:nvPr/>
        </p:nvCxnSpPr>
        <p:spPr>
          <a:xfrm flipH="1" flipV="1">
            <a:off x="8906933" y="3242733"/>
            <a:ext cx="787400" cy="4487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7197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</Words>
  <Application>Microsoft Office PowerPoint</Application>
  <PresentationFormat>Широкоэкранный</PresentationFormat>
  <Paragraphs>6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Тема Office</vt:lpstr>
      <vt:lpstr>Changes to web_app</vt:lpstr>
      <vt:lpstr>Registration</vt:lpstr>
      <vt:lpstr>Auth</vt:lpstr>
      <vt:lpstr>Dashboard(control sys)</vt:lpstr>
      <vt:lpstr>New filter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Esbol Musin</dc:creator>
  <cp:lastModifiedBy>Esbol Musin</cp:lastModifiedBy>
  <cp:revision>6</cp:revision>
  <dcterms:created xsi:type="dcterms:W3CDTF">2026-05-31T15:31:14Z</dcterms:created>
  <dcterms:modified xsi:type="dcterms:W3CDTF">2026-06-01T11:54:04Z</dcterms:modified>
</cp:coreProperties>
</file>